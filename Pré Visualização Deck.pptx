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8F5DD-54A5-406D-13B0-C804C3FA0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0D006E-AA49-C8E0-C7DA-996E601DF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1ED5811-6902-FFCC-1987-A7049167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9ADF3C3-BCB0-A6CE-AD19-C92F2913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5A23032-955F-1016-B96A-BC8228C2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7563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AF5459-0550-AB9C-CF79-DC17541F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39DDE3D-850A-2609-B3E6-122EAD142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E6D5546-90D9-D087-A457-E1B0C5D4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9C4A8C9-2A04-0731-F842-FBC8EB8A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D8F6366-D98E-0E99-EB51-1CBA9E5B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724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68CE3-ABBB-6811-BB32-A864D8FC8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EF786FC-3636-5815-130E-C6F237767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D28B4AE-17F9-4B1F-792F-5DB3C549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737B5F6-8812-1A88-1655-8CCEC1AA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1664684-EF11-B810-AB5D-06278A96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4197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76B49-B699-3CD1-5ECF-AF7B5082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F1649A3-1880-AA06-F3F2-E5F18307B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64A055E-C9D2-A3E2-4B14-09A516C9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2D1FCB2-FCFF-77B4-116B-1A7CD7DD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617BC18-13E1-958B-0240-61AEAE72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2530B39-FD8C-6C52-0E2A-82543352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315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5E541-D57C-84B4-9BE3-94C5EC79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5B247FA-C811-4B4B-05E4-56CB946C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FC31A45-CCB9-A4FF-D93B-BCCB467BB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FD42516-C8B0-8E6E-53F3-F71C56AAE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7971092-6BB2-DB86-4D9D-7760EED86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10E9CA3-E25A-7872-A155-4F87CE152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F8FC0A5-0672-A3F0-0A5F-F836C1CC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A514280-81C5-B4ED-BE41-F74BFA3A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127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89B62-7D4A-9BAF-7D8A-54E385836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507D4C4-D5A4-0EB2-720E-5E4F3D21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7D0931F-29FB-818F-50B6-B37A0248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70064DE-2C5F-48F4-E531-912193F7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841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664AC5F2-04B7-AA5A-C4C0-A220715A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309A2BD-CAAC-C4A2-5AB5-51AE4EBC4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F3417CE-B781-2B08-CA58-B831E199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960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40E77-40C9-9976-A7B2-9E664BC7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823F650-E418-F145-7393-B8251184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5ED3AF2-2018-15D6-C3C0-46385577F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BB394CC-676F-0943-F88C-110CD99E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61EEFC7-DDDB-DE75-3535-CE4D9BDF3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E6CE28C-5D24-461A-25B1-3B6EEFF4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0149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DCB0F-689D-2655-A12A-14CD3DF75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B2C461D9-43AC-503A-25D8-417DD1F78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072B28D-79AF-F171-4A48-A6FB85391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AC6F385-81E1-87A5-459D-663C2E11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8CD210D-234A-3FE5-F76C-282C3AFEC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EB0BBC1-8930-7222-5025-573649B0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6068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6E8AF-5F18-6386-9D5D-BEFDA4D4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5BEC019-DB50-C210-C57C-1FF014BAB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602A43F-D169-08CE-668E-AC6A43709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8206513-043E-C538-DF1F-F79726FD2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5040A0E-0A15-2CCA-8A41-A1488E737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1847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35D886-DC95-6A57-3AEB-912B4E44A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224FC29-5683-D04B-4C2C-A14955AFF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FB554EA-FA62-4EA5-6828-BF57748A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A970088-885F-166E-70F0-B18CC504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893CECF-9E5C-271D-89B5-B1E9A233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919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EBC4A18-4995-1A64-9BF1-29E5D6AF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0E6760D-A598-D865-925F-DCFB2393F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C5014E7-A155-0D72-2EBC-55AB45221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C99A5-730D-4787-B3FF-449BA0765E16}" type="datetimeFigureOut">
              <a:rPr lang="pt-PT" smtClean="0"/>
              <a:t>07/09/2022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8CC4C62-55B6-26D5-769E-2C400B5D2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AAFBECA-2062-CE6D-B6E4-A60D875A0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A7AE4-3282-4759-896F-AE1BBE39529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5190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9657B1F-0F07-F2A8-C001-B2E5CBDD1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882" y="230302"/>
            <a:ext cx="9054236" cy="4626736"/>
          </a:xfrm>
          <a:prstGeom prst="rect">
            <a:avLst/>
          </a:prstGeom>
        </p:spPr>
      </p:pic>
      <p:cxnSp>
        <p:nvCxnSpPr>
          <p:cNvPr id="9" name="Conexão reta unidirecional 8">
            <a:extLst>
              <a:ext uri="{FF2B5EF4-FFF2-40B4-BE49-F238E27FC236}">
                <a16:creationId xmlns:a16="http://schemas.microsoft.com/office/drawing/2014/main" id="{A1237A83-3D8C-E421-36DB-FEFA8F4D59CC}"/>
              </a:ext>
            </a:extLst>
          </p:cNvPr>
          <p:cNvCxnSpPr/>
          <p:nvPr/>
        </p:nvCxnSpPr>
        <p:spPr>
          <a:xfrm>
            <a:off x="509047" y="339365"/>
            <a:ext cx="1404594" cy="4996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010CC2-1C90-B1C6-1D96-067AED229661}"/>
              </a:ext>
            </a:extLst>
          </p:cNvPr>
          <p:cNvSpPr txBox="1"/>
          <p:nvPr/>
        </p:nvSpPr>
        <p:spPr>
          <a:xfrm>
            <a:off x="282804" y="100168"/>
            <a:ext cx="30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7C626B38-0B9C-5794-2E98-3AD5CB696574}"/>
              </a:ext>
            </a:extLst>
          </p:cNvPr>
          <p:cNvCxnSpPr>
            <a:cxnSpLocks/>
          </p:cNvCxnSpPr>
          <p:nvPr/>
        </p:nvCxnSpPr>
        <p:spPr>
          <a:xfrm flipV="1">
            <a:off x="1498862" y="1225485"/>
            <a:ext cx="810705" cy="43363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4C1304-E554-76C6-C9F5-7BD964E9DBEA}"/>
              </a:ext>
            </a:extLst>
          </p:cNvPr>
          <p:cNvSpPr txBox="1"/>
          <p:nvPr/>
        </p:nvSpPr>
        <p:spPr>
          <a:xfrm>
            <a:off x="1263191" y="1474452"/>
            <a:ext cx="320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pt-PT" dirty="0"/>
          </a:p>
        </p:txBody>
      </p: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929AA6E6-C6BE-F831-0AAF-0C87DA3C26C5}"/>
              </a:ext>
            </a:extLst>
          </p:cNvPr>
          <p:cNvCxnSpPr/>
          <p:nvPr/>
        </p:nvCxnSpPr>
        <p:spPr>
          <a:xfrm flipV="1">
            <a:off x="1074656" y="3921551"/>
            <a:ext cx="1159497" cy="81070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08FAC1B-96A0-AA39-6C53-62BC0BBF42F4}"/>
              </a:ext>
            </a:extLst>
          </p:cNvPr>
          <p:cNvSpPr txBox="1"/>
          <p:nvPr/>
        </p:nvSpPr>
        <p:spPr>
          <a:xfrm>
            <a:off x="748748" y="4616928"/>
            <a:ext cx="49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pt-PT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CE83D9-0959-69DD-D13D-B2E263BEB18F}"/>
              </a:ext>
            </a:extLst>
          </p:cNvPr>
          <p:cNvSpPr txBox="1"/>
          <p:nvPr/>
        </p:nvSpPr>
        <p:spPr>
          <a:xfrm>
            <a:off x="857839" y="5106005"/>
            <a:ext cx="10360058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 – </a:t>
            </a:r>
            <a:r>
              <a:rPr lang="en-US" dirty="0" err="1"/>
              <a:t>Linhas</a:t>
            </a:r>
            <a:r>
              <a:rPr lang="en-US" dirty="0"/>
              <a:t> </a:t>
            </a:r>
            <a:r>
              <a:rPr lang="en-US" dirty="0" err="1"/>
              <a:t>vermelhas</a:t>
            </a:r>
            <a:r>
              <a:rPr lang="en-US" dirty="0"/>
              <a:t> </a:t>
            </a:r>
            <a:r>
              <a:rPr lang="en-US" dirty="0" err="1"/>
              <a:t>indicam</a:t>
            </a:r>
            <a:r>
              <a:rPr lang="en-US" dirty="0"/>
              <a:t> a </a:t>
            </a:r>
            <a:r>
              <a:rPr lang="en-US" dirty="0" err="1"/>
              <a:t>posição</a:t>
            </a:r>
            <a:r>
              <a:rPr lang="en-US" dirty="0"/>
              <a:t> das </a:t>
            </a:r>
            <a:r>
              <a:rPr lang="en-US" dirty="0" err="1"/>
              <a:t>réguas</a:t>
            </a:r>
            <a:r>
              <a:rPr lang="en-US" dirty="0"/>
              <a:t> de support</a:t>
            </a:r>
          </a:p>
          <a:p>
            <a:r>
              <a:rPr lang="en-US" dirty="0"/>
              <a:t>2 – </a:t>
            </a:r>
            <a:r>
              <a:rPr lang="en-US" dirty="0" err="1"/>
              <a:t>Linhas</a:t>
            </a:r>
            <a:r>
              <a:rPr lang="en-US" dirty="0"/>
              <a:t> </a:t>
            </a:r>
            <a:r>
              <a:rPr lang="en-US" dirty="0" err="1"/>
              <a:t>brancas</a:t>
            </a:r>
            <a:r>
              <a:rPr lang="en-US" dirty="0"/>
              <a:t> </a:t>
            </a:r>
            <a:r>
              <a:rPr lang="en-US" dirty="0" err="1"/>
              <a:t>indicam</a:t>
            </a:r>
            <a:r>
              <a:rPr lang="en-US" dirty="0"/>
              <a:t> a </a:t>
            </a:r>
            <a:r>
              <a:rPr lang="en-US" dirty="0" err="1"/>
              <a:t>posição</a:t>
            </a:r>
            <a:r>
              <a:rPr lang="en-US" dirty="0"/>
              <a:t> das </a:t>
            </a:r>
            <a:r>
              <a:rPr lang="en-US" dirty="0" err="1"/>
              <a:t>tábuas</a:t>
            </a:r>
            <a:r>
              <a:rPr lang="en-US" dirty="0"/>
              <a:t> e o </a:t>
            </a:r>
            <a:r>
              <a:rPr lang="en-US" dirty="0" err="1"/>
              <a:t>respetivo</a:t>
            </a:r>
            <a:r>
              <a:rPr lang="en-US" dirty="0"/>
              <a:t> </a:t>
            </a:r>
            <a:r>
              <a:rPr lang="en-US" dirty="0" err="1"/>
              <a:t>tamanho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baixo</a:t>
            </a:r>
            <a:endParaRPr lang="en-US" dirty="0"/>
          </a:p>
          <a:p>
            <a:r>
              <a:rPr lang="en-US" dirty="0"/>
              <a:t>3 – </a:t>
            </a:r>
            <a:r>
              <a:rPr lang="en-US" dirty="0" err="1"/>
              <a:t>Número</a:t>
            </a:r>
            <a:r>
              <a:rPr lang="en-US" dirty="0"/>
              <a:t> a </a:t>
            </a:r>
            <a:r>
              <a:rPr lang="en-US" dirty="0" err="1"/>
              <a:t>verde</a:t>
            </a:r>
            <a:r>
              <a:rPr lang="en-US" dirty="0"/>
              <a:t> </a:t>
            </a:r>
            <a:r>
              <a:rPr lang="en-US" dirty="0" err="1"/>
              <a:t>indicam</a:t>
            </a:r>
            <a:r>
              <a:rPr lang="en-US" dirty="0"/>
              <a:t> a </a:t>
            </a:r>
            <a:r>
              <a:rPr lang="en-US" dirty="0" err="1"/>
              <a:t>distância</a:t>
            </a:r>
            <a:r>
              <a:rPr lang="en-US" dirty="0"/>
              <a:t> entre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régua</a:t>
            </a:r>
            <a:r>
              <a:rPr lang="en-US" dirty="0"/>
              <a:t> de </a:t>
            </a:r>
            <a:r>
              <a:rPr lang="en-US" dirty="0" err="1"/>
              <a:t>suporte</a:t>
            </a:r>
            <a:endParaRPr lang="en-US" dirty="0"/>
          </a:p>
          <a:p>
            <a:r>
              <a:rPr lang="en-US" dirty="0"/>
              <a:t>- Do 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direito</a:t>
            </a:r>
            <a:r>
              <a:rPr lang="en-US" dirty="0"/>
              <a:t> é </a:t>
            </a:r>
            <a:r>
              <a:rPr lang="en-US" dirty="0" err="1"/>
              <a:t>indicado</a:t>
            </a:r>
            <a:r>
              <a:rPr lang="en-US" dirty="0"/>
              <a:t> a </a:t>
            </a:r>
            <a:r>
              <a:rPr lang="en-US" dirty="0" err="1"/>
              <a:t>quantidade</a:t>
            </a:r>
            <a:r>
              <a:rPr lang="en-US" dirty="0"/>
              <a:t> </a:t>
            </a:r>
            <a:r>
              <a:rPr lang="en-US" dirty="0" err="1"/>
              <a:t>usada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tábua</a:t>
            </a:r>
            <a:r>
              <a:rPr lang="en-US" dirty="0"/>
              <a:t> no </a:t>
            </a:r>
            <a:r>
              <a:rPr lang="en-US" dirty="0" err="1"/>
              <a:t>projeto</a:t>
            </a:r>
            <a:r>
              <a:rPr lang="en-US" dirty="0"/>
              <a:t> final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a </a:t>
            </a:r>
            <a:r>
              <a:rPr lang="en-US" dirty="0" err="1"/>
              <a:t>percentagem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tábua</a:t>
            </a:r>
            <a:r>
              <a:rPr lang="en-US" dirty="0"/>
              <a:t> no deck. É </a:t>
            </a:r>
            <a:r>
              <a:rPr lang="en-US" dirty="0" err="1"/>
              <a:t>indicado</a:t>
            </a:r>
            <a:r>
              <a:rPr lang="en-US" dirty="0"/>
              <a:t>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desperdícios</a:t>
            </a:r>
            <a:r>
              <a:rPr lang="en-US" dirty="0"/>
              <a:t> linear e </a:t>
            </a:r>
            <a:r>
              <a:rPr lang="en-US" dirty="0" err="1"/>
              <a:t>em</a:t>
            </a:r>
            <a:r>
              <a:rPr lang="en-US" dirty="0"/>
              <a:t> m2, o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réguas</a:t>
            </a:r>
            <a:r>
              <a:rPr lang="en-US" dirty="0"/>
              <a:t> de </a:t>
            </a:r>
            <a:r>
              <a:rPr lang="en-US" dirty="0" err="1"/>
              <a:t>suporte</a:t>
            </a:r>
            <a:r>
              <a:rPr lang="en-US" dirty="0"/>
              <a:t> e o </a:t>
            </a:r>
            <a:r>
              <a:rPr lang="en-US" dirty="0" err="1"/>
              <a:t>espaçamento</a:t>
            </a:r>
            <a:r>
              <a:rPr lang="en-US" dirty="0"/>
              <a:t> </a:t>
            </a:r>
            <a:r>
              <a:rPr lang="en-US" dirty="0" err="1"/>
              <a:t>máximo</a:t>
            </a:r>
            <a:r>
              <a:rPr lang="en-US" dirty="0"/>
              <a:t> </a:t>
            </a:r>
            <a:r>
              <a:rPr lang="en-US" dirty="0" err="1"/>
              <a:t>indicado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utilizador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885619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</Words>
  <Application>Microsoft Office PowerPoint</Application>
  <PresentationFormat>Ecrã Panorâmico</PresentationFormat>
  <Paragraphs>7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Diogo Mendes</dc:creator>
  <cp:lastModifiedBy>Diogo Mendes</cp:lastModifiedBy>
  <cp:revision>1</cp:revision>
  <dcterms:created xsi:type="dcterms:W3CDTF">2022-09-07T14:40:32Z</dcterms:created>
  <dcterms:modified xsi:type="dcterms:W3CDTF">2022-09-07T14:46:38Z</dcterms:modified>
</cp:coreProperties>
</file>